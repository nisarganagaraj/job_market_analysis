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3" r:id="rId1"/>
  </p:sldMasterIdLst>
  <p:sldIdLst>
    <p:sldId id="256" r:id="rId2"/>
    <p:sldId id="257" r:id="rId3"/>
    <p:sldId id="258" r:id="rId4"/>
    <p:sldId id="260" r:id="rId5"/>
    <p:sldId id="261" r:id="rId6"/>
    <p:sldId id="262" r:id="rId7"/>
    <p:sldId id="267" r:id="rId8"/>
    <p:sldId id="268"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D8AA96-4F3B-45BD-8144-ADB9DF493661}">
          <p14:sldIdLst>
            <p14:sldId id="256"/>
            <p14:sldId id="257"/>
            <p14:sldId id="258"/>
            <p14:sldId id="260"/>
            <p14:sldId id="261"/>
            <p14:sldId id="262"/>
            <p14:sldId id="267"/>
            <p14:sldId id="268"/>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8" d="100"/>
          <a:sy n="68"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urapureddy@gmail.com" userId="c1d93cf46a702998" providerId="LiveId" clId="{3FC86B25-F3C5-48D3-A07A-C6A24F405E38}"/>
    <pc:docChg chg="undo custSel addSld delSld modSld addSection delSection modSection">
      <pc:chgData name="tejasurapureddy@gmail.com" userId="c1d93cf46a702998" providerId="LiveId" clId="{3FC86B25-F3C5-48D3-A07A-C6A24F405E38}" dt="2026-07-22T04:02:37.410" v="3624" actId="20577"/>
      <pc:docMkLst>
        <pc:docMk/>
      </pc:docMkLst>
      <pc:sldChg chg="addSp delSp modSp mod modClrScheme chgLayout">
        <pc:chgData name="tejasurapureddy@gmail.com" userId="c1d93cf46a702998" providerId="LiveId" clId="{3FC86B25-F3C5-48D3-A07A-C6A24F405E38}" dt="2026-07-22T03:59:11.036" v="3558" actId="20577"/>
        <pc:sldMkLst>
          <pc:docMk/>
          <pc:sldMk cId="139189937" sldId="256"/>
        </pc:sldMkLst>
        <pc:spChg chg="mod ord">
          <ac:chgData name="tejasurapureddy@gmail.com" userId="c1d93cf46a702998" providerId="LiveId" clId="{3FC86B25-F3C5-48D3-A07A-C6A24F405E38}" dt="2026-07-22T02:46:34.122" v="1800" actId="255"/>
          <ac:spMkLst>
            <pc:docMk/>
            <pc:sldMk cId="139189937" sldId="256"/>
            <ac:spMk id="2" creationId="{0ECE78A5-5262-4E2A-87C6-8B0EA457371B}"/>
          </ac:spMkLst>
        </pc:spChg>
        <pc:spChg chg="add del mod">
          <ac:chgData name="tejasurapureddy@gmail.com" userId="c1d93cf46a702998" providerId="LiveId" clId="{3FC86B25-F3C5-48D3-A07A-C6A24F405E38}" dt="2026-07-22T03:59:11.036" v="3558" actId="20577"/>
          <ac:spMkLst>
            <pc:docMk/>
            <pc:sldMk cId="139189937" sldId="256"/>
            <ac:spMk id="4" creationId="{DAB88A02-1338-4D3C-A196-365A72350A5C}"/>
          </ac:spMkLst>
        </pc:spChg>
        <pc:spChg chg="add del mod ord">
          <ac:chgData name="tejasurapureddy@gmail.com" userId="c1d93cf46a702998" providerId="LiveId" clId="{3FC86B25-F3C5-48D3-A07A-C6A24F405E38}" dt="2026-07-21T09:45:44.551" v="184" actId="700"/>
          <ac:spMkLst>
            <pc:docMk/>
            <pc:sldMk cId="139189937" sldId="256"/>
            <ac:spMk id="5" creationId="{1CDB154E-23BB-4ABD-B241-95095DD2AC34}"/>
          </ac:spMkLst>
        </pc:spChg>
      </pc:sldChg>
      <pc:sldChg chg="modSp new mod">
        <pc:chgData name="tejasurapureddy@gmail.com" userId="c1d93cf46a702998" providerId="LiveId" clId="{3FC86B25-F3C5-48D3-A07A-C6A24F405E38}" dt="2026-07-22T02:47:17.571" v="1811" actId="255"/>
        <pc:sldMkLst>
          <pc:docMk/>
          <pc:sldMk cId="1488365197" sldId="257"/>
        </pc:sldMkLst>
        <pc:spChg chg="mod">
          <ac:chgData name="tejasurapureddy@gmail.com" userId="c1d93cf46a702998" providerId="LiveId" clId="{3FC86B25-F3C5-48D3-A07A-C6A24F405E38}" dt="2026-07-22T02:47:07.614" v="1810" actId="14100"/>
          <ac:spMkLst>
            <pc:docMk/>
            <pc:sldMk cId="1488365197" sldId="257"/>
            <ac:spMk id="2" creationId="{1DEACBA9-3246-48E1-9847-985AAD692301}"/>
          </ac:spMkLst>
        </pc:spChg>
        <pc:spChg chg="mod">
          <ac:chgData name="tejasurapureddy@gmail.com" userId="c1d93cf46a702998" providerId="LiveId" clId="{3FC86B25-F3C5-48D3-A07A-C6A24F405E38}" dt="2026-07-22T02:47:17.571" v="1811" actId="255"/>
          <ac:spMkLst>
            <pc:docMk/>
            <pc:sldMk cId="1488365197" sldId="257"/>
            <ac:spMk id="3" creationId="{62660D4D-6F71-44FB-9295-314EF6CB8D43}"/>
          </ac:spMkLst>
        </pc:spChg>
      </pc:sldChg>
      <pc:sldChg chg="new del">
        <pc:chgData name="tejasurapureddy@gmail.com" userId="c1d93cf46a702998" providerId="LiveId" clId="{3FC86B25-F3C5-48D3-A07A-C6A24F405E38}" dt="2026-07-21T09:58:59.172" v="240" actId="47"/>
        <pc:sldMkLst>
          <pc:docMk/>
          <pc:sldMk cId="376041839" sldId="258"/>
        </pc:sldMkLst>
      </pc:sldChg>
      <pc:sldChg chg="addSp delSp modSp new mod modClrScheme chgLayout">
        <pc:chgData name="tejasurapureddy@gmail.com" userId="c1d93cf46a702998" providerId="LiveId" clId="{3FC86B25-F3C5-48D3-A07A-C6A24F405E38}" dt="2026-07-22T04:01:48.130" v="3595" actId="20577"/>
        <pc:sldMkLst>
          <pc:docMk/>
          <pc:sldMk cId="1084467009" sldId="258"/>
        </pc:sldMkLst>
        <pc:spChg chg="mod ord">
          <ac:chgData name="tejasurapureddy@gmail.com" userId="c1d93cf46a702998" providerId="LiveId" clId="{3FC86B25-F3C5-48D3-A07A-C6A24F405E38}" dt="2026-07-22T02:50:57.743" v="1926" actId="700"/>
          <ac:spMkLst>
            <pc:docMk/>
            <pc:sldMk cId="1084467009" sldId="258"/>
            <ac:spMk id="2" creationId="{F03A5E34-BC9A-4C77-B450-A27D6BF7692B}"/>
          </ac:spMkLst>
        </pc:spChg>
        <pc:spChg chg="mod ord">
          <ac:chgData name="tejasurapureddy@gmail.com" userId="c1d93cf46a702998" providerId="LiveId" clId="{3FC86B25-F3C5-48D3-A07A-C6A24F405E38}" dt="2026-07-22T04:01:48.130" v="3595" actId="20577"/>
          <ac:spMkLst>
            <pc:docMk/>
            <pc:sldMk cId="1084467009" sldId="258"/>
            <ac:spMk id="3" creationId="{A4F72125-4E21-4F41-8393-B1681A8F9990}"/>
          </ac:spMkLst>
        </pc:spChg>
        <pc:spChg chg="add del">
          <ac:chgData name="tejasurapureddy@gmail.com" userId="c1d93cf46a702998" providerId="LiveId" clId="{3FC86B25-F3C5-48D3-A07A-C6A24F405E38}" dt="2026-07-21T10:59:07.077" v="289" actId="22"/>
          <ac:spMkLst>
            <pc:docMk/>
            <pc:sldMk cId="1084467009" sldId="258"/>
            <ac:spMk id="5" creationId="{04F6B4D8-569E-49AB-A511-D875D2185CC7}"/>
          </ac:spMkLst>
        </pc:spChg>
      </pc:sldChg>
      <pc:sldChg chg="delSp new del mod modClrScheme chgLayout">
        <pc:chgData name="tejasurapureddy@gmail.com" userId="c1d93cf46a702998" providerId="LiveId" clId="{3FC86B25-F3C5-48D3-A07A-C6A24F405E38}" dt="2026-07-21T10:54:14.684" v="245" actId="2696"/>
        <pc:sldMkLst>
          <pc:docMk/>
          <pc:sldMk cId="1997391242" sldId="258"/>
        </pc:sldMkLst>
        <pc:spChg chg="del">
          <ac:chgData name="tejasurapureddy@gmail.com" userId="c1d93cf46a702998" providerId="LiveId" clId="{3FC86B25-F3C5-48D3-A07A-C6A24F405E38}" dt="2026-07-21T10:54:01.928" v="244" actId="700"/>
          <ac:spMkLst>
            <pc:docMk/>
            <pc:sldMk cId="1997391242" sldId="258"/>
            <ac:spMk id="2" creationId="{7E50F28D-74DC-4280-9C2F-122C89D559DE}"/>
          </ac:spMkLst>
        </pc:spChg>
        <pc:spChg chg="del">
          <ac:chgData name="tejasurapureddy@gmail.com" userId="c1d93cf46a702998" providerId="LiveId" clId="{3FC86B25-F3C5-48D3-A07A-C6A24F405E38}" dt="2026-07-21T10:54:01.928" v="244" actId="700"/>
          <ac:spMkLst>
            <pc:docMk/>
            <pc:sldMk cId="1997391242" sldId="258"/>
            <ac:spMk id="3" creationId="{8958B2AD-806E-49CE-BC7F-96709FEB435D}"/>
          </ac:spMkLst>
        </pc:spChg>
      </pc:sldChg>
      <pc:sldChg chg="new del">
        <pc:chgData name="tejasurapureddy@gmail.com" userId="c1d93cf46a702998" providerId="LiveId" clId="{3FC86B25-F3C5-48D3-A07A-C6A24F405E38}" dt="2026-07-21T10:58:55.909" v="287" actId="47"/>
        <pc:sldMkLst>
          <pc:docMk/>
          <pc:sldMk cId="2863101215" sldId="259"/>
        </pc:sldMkLst>
      </pc:sldChg>
      <pc:sldChg chg="modSp new del mod">
        <pc:chgData name="tejasurapureddy@gmail.com" userId="c1d93cf46a702998" providerId="LiveId" clId="{3FC86B25-F3C5-48D3-A07A-C6A24F405E38}" dt="2026-07-22T02:37:24.171" v="1081" actId="2696"/>
        <pc:sldMkLst>
          <pc:docMk/>
          <pc:sldMk cId="3657633919" sldId="259"/>
        </pc:sldMkLst>
        <pc:spChg chg="mod">
          <ac:chgData name="tejasurapureddy@gmail.com" userId="c1d93cf46a702998" providerId="LiveId" clId="{3FC86B25-F3C5-48D3-A07A-C6A24F405E38}" dt="2026-07-21T11:02:05.742" v="542" actId="255"/>
          <ac:spMkLst>
            <pc:docMk/>
            <pc:sldMk cId="3657633919" sldId="259"/>
            <ac:spMk id="2" creationId="{D754C02B-FC33-411C-A8DC-6869D6ED2A5C}"/>
          </ac:spMkLst>
        </pc:spChg>
        <pc:spChg chg="mod">
          <ac:chgData name="tejasurapureddy@gmail.com" userId="c1d93cf46a702998" providerId="LiveId" clId="{3FC86B25-F3C5-48D3-A07A-C6A24F405E38}" dt="2026-07-21T11:04:38.611" v="1027"/>
          <ac:spMkLst>
            <pc:docMk/>
            <pc:sldMk cId="3657633919" sldId="259"/>
            <ac:spMk id="3" creationId="{9992C42A-C7B9-4E94-9176-0FD89A0D6398}"/>
          </ac:spMkLst>
        </pc:spChg>
      </pc:sldChg>
      <pc:sldChg chg="modSp new mod">
        <pc:chgData name="tejasurapureddy@gmail.com" userId="c1d93cf46a702998" providerId="LiveId" clId="{3FC86B25-F3C5-48D3-A07A-C6A24F405E38}" dt="2026-07-22T02:56:00.825" v="2093" actId="12"/>
        <pc:sldMkLst>
          <pc:docMk/>
          <pc:sldMk cId="1726865322" sldId="260"/>
        </pc:sldMkLst>
        <pc:spChg chg="mod">
          <ac:chgData name="tejasurapureddy@gmail.com" userId="c1d93cf46a702998" providerId="LiveId" clId="{3FC86B25-F3C5-48D3-A07A-C6A24F405E38}" dt="2026-07-22T02:49:01.848" v="1844" actId="255"/>
          <ac:spMkLst>
            <pc:docMk/>
            <pc:sldMk cId="1726865322" sldId="260"/>
            <ac:spMk id="2" creationId="{26DCB045-2C97-48BD-9A04-88C5F37893FB}"/>
          </ac:spMkLst>
        </pc:spChg>
        <pc:spChg chg="mod">
          <ac:chgData name="tejasurapureddy@gmail.com" userId="c1d93cf46a702998" providerId="LiveId" clId="{3FC86B25-F3C5-48D3-A07A-C6A24F405E38}" dt="2026-07-22T02:56:00.825" v="2093" actId="12"/>
          <ac:spMkLst>
            <pc:docMk/>
            <pc:sldMk cId="1726865322" sldId="260"/>
            <ac:spMk id="3" creationId="{85FBD58A-780D-4CAA-9F38-5023DFA2C7A8}"/>
          </ac:spMkLst>
        </pc:spChg>
      </pc:sldChg>
      <pc:sldChg chg="modSp new mod">
        <pc:chgData name="tejasurapureddy@gmail.com" userId="c1d93cf46a702998" providerId="LiveId" clId="{3FC86B25-F3C5-48D3-A07A-C6A24F405E38}" dt="2026-07-22T04:02:12.099" v="3612" actId="20577"/>
        <pc:sldMkLst>
          <pc:docMk/>
          <pc:sldMk cId="3283785040" sldId="261"/>
        </pc:sldMkLst>
        <pc:spChg chg="mod">
          <ac:chgData name="tejasurapureddy@gmail.com" userId="c1d93cf46a702998" providerId="LiveId" clId="{3FC86B25-F3C5-48D3-A07A-C6A24F405E38}" dt="2026-07-22T03:24:23.462" v="3028" actId="20577"/>
          <ac:spMkLst>
            <pc:docMk/>
            <pc:sldMk cId="3283785040" sldId="261"/>
            <ac:spMk id="2" creationId="{4421FA7E-BA3B-4F0E-9486-63DE45957310}"/>
          </ac:spMkLst>
        </pc:spChg>
        <pc:spChg chg="mod">
          <ac:chgData name="tejasurapureddy@gmail.com" userId="c1d93cf46a702998" providerId="LiveId" clId="{3FC86B25-F3C5-48D3-A07A-C6A24F405E38}" dt="2026-07-22T04:02:12.099" v="3612" actId="20577"/>
          <ac:spMkLst>
            <pc:docMk/>
            <pc:sldMk cId="3283785040" sldId="261"/>
            <ac:spMk id="3" creationId="{785E2B0A-05C9-432C-8AB0-85045468970D}"/>
          </ac:spMkLst>
        </pc:spChg>
      </pc:sldChg>
      <pc:sldChg chg="modSp new mod">
        <pc:chgData name="tejasurapureddy@gmail.com" userId="c1d93cf46a702998" providerId="LiveId" clId="{3FC86B25-F3C5-48D3-A07A-C6A24F405E38}" dt="2026-07-22T03:44:01.474" v="3039" actId="1076"/>
        <pc:sldMkLst>
          <pc:docMk/>
          <pc:sldMk cId="1737411655" sldId="262"/>
        </pc:sldMkLst>
        <pc:spChg chg="mod">
          <ac:chgData name="tejasurapureddy@gmail.com" userId="c1d93cf46a702998" providerId="LiveId" clId="{3FC86B25-F3C5-48D3-A07A-C6A24F405E38}" dt="2026-07-22T03:43:55.414" v="3038" actId="255"/>
          <ac:spMkLst>
            <pc:docMk/>
            <pc:sldMk cId="1737411655" sldId="262"/>
            <ac:spMk id="2" creationId="{5C913642-3D89-436F-A206-7C8850F25C63}"/>
          </ac:spMkLst>
        </pc:spChg>
        <pc:spChg chg="mod">
          <ac:chgData name="tejasurapureddy@gmail.com" userId="c1d93cf46a702998" providerId="LiveId" clId="{3FC86B25-F3C5-48D3-A07A-C6A24F405E38}" dt="2026-07-22T03:44:01.474" v="3039" actId="1076"/>
          <ac:spMkLst>
            <pc:docMk/>
            <pc:sldMk cId="1737411655" sldId="262"/>
            <ac:spMk id="3" creationId="{BEFB10D7-A87B-4927-9A29-50566360545B}"/>
          </ac:spMkLst>
        </pc:spChg>
      </pc:sldChg>
      <pc:sldChg chg="new">
        <pc:chgData name="tejasurapureddy@gmail.com" userId="c1d93cf46a702998" providerId="LiveId" clId="{3FC86B25-F3C5-48D3-A07A-C6A24F405E38}" dt="2026-07-22T03:45:20.192" v="3040" actId="680"/>
        <pc:sldMkLst>
          <pc:docMk/>
          <pc:sldMk cId="58226455" sldId="263"/>
        </pc:sldMkLst>
      </pc:sldChg>
      <pc:sldChg chg="new">
        <pc:chgData name="tejasurapureddy@gmail.com" userId="c1d93cf46a702998" providerId="LiveId" clId="{3FC86B25-F3C5-48D3-A07A-C6A24F405E38}" dt="2026-07-22T03:45:24.219" v="3041" actId="680"/>
        <pc:sldMkLst>
          <pc:docMk/>
          <pc:sldMk cId="3916645531" sldId="264"/>
        </pc:sldMkLst>
      </pc:sldChg>
      <pc:sldChg chg="modSp new mod">
        <pc:chgData name="tejasurapureddy@gmail.com" userId="c1d93cf46a702998" providerId="LiveId" clId="{3FC86B25-F3C5-48D3-A07A-C6A24F405E38}" dt="2026-07-22T03:49:39.981" v="3165" actId="20577"/>
        <pc:sldMkLst>
          <pc:docMk/>
          <pc:sldMk cId="1665871645" sldId="265"/>
        </pc:sldMkLst>
        <pc:spChg chg="mod">
          <ac:chgData name="tejasurapureddy@gmail.com" userId="c1d93cf46a702998" providerId="LiveId" clId="{3FC86B25-F3C5-48D3-A07A-C6A24F405E38}" dt="2026-07-22T03:46:16.921" v="3054" actId="255"/>
          <ac:spMkLst>
            <pc:docMk/>
            <pc:sldMk cId="1665871645" sldId="265"/>
            <ac:spMk id="2" creationId="{32ED452B-563A-425F-A22D-732FB3F7DAB7}"/>
          </ac:spMkLst>
        </pc:spChg>
        <pc:spChg chg="mod">
          <ac:chgData name="tejasurapureddy@gmail.com" userId="c1d93cf46a702998" providerId="LiveId" clId="{3FC86B25-F3C5-48D3-A07A-C6A24F405E38}" dt="2026-07-22T03:49:39.981" v="3165" actId="20577"/>
          <ac:spMkLst>
            <pc:docMk/>
            <pc:sldMk cId="1665871645" sldId="265"/>
            <ac:spMk id="3" creationId="{FC5EF3CF-F9B5-4282-9AD8-E7345CCB04E8}"/>
          </ac:spMkLst>
        </pc:spChg>
      </pc:sldChg>
      <pc:sldChg chg="modSp new mod">
        <pc:chgData name="tejasurapureddy@gmail.com" userId="c1d93cf46a702998" providerId="LiveId" clId="{3FC86B25-F3C5-48D3-A07A-C6A24F405E38}" dt="2026-07-22T04:02:37.410" v="3624" actId="20577"/>
        <pc:sldMkLst>
          <pc:docMk/>
          <pc:sldMk cId="3600664967" sldId="266"/>
        </pc:sldMkLst>
        <pc:spChg chg="mod">
          <ac:chgData name="tejasurapureddy@gmail.com" userId="c1d93cf46a702998" providerId="LiveId" clId="{3FC86B25-F3C5-48D3-A07A-C6A24F405E38}" dt="2026-07-22T03:55:56.730" v="3519" actId="14100"/>
          <ac:spMkLst>
            <pc:docMk/>
            <pc:sldMk cId="3600664967" sldId="266"/>
            <ac:spMk id="2" creationId="{19367C98-2A13-4A6B-982D-CD3FF27BA8FA}"/>
          </ac:spMkLst>
        </pc:spChg>
        <pc:spChg chg="mod">
          <ac:chgData name="tejasurapureddy@gmail.com" userId="c1d93cf46a702998" providerId="LiveId" clId="{3FC86B25-F3C5-48D3-A07A-C6A24F405E38}" dt="2026-07-22T04:02:37.410" v="3624" actId="20577"/>
          <ac:spMkLst>
            <pc:docMk/>
            <pc:sldMk cId="3600664967" sldId="266"/>
            <ac:spMk id="3" creationId="{877DF017-C5FE-47DC-A444-4171231240A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4134495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3371835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329576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98703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8EE20BE-144F-4159-839F-85ED6E791DC9}" type="datetimeFigureOut">
              <a:rPr lang="en-IN" smtClean="0"/>
              <a:t>22-07-2026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2889124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8EE20BE-144F-4159-839F-85ED6E791DC9}" type="datetimeFigureOut">
              <a:rPr lang="en-IN" smtClean="0"/>
              <a:t>22-07-2026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017470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A8EE20BE-144F-4159-839F-85ED6E791DC9}" type="datetimeFigureOut">
              <a:rPr lang="en-IN" smtClean="0"/>
              <a:t>22-07-2026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487229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3360174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4191346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4012692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3278915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29806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8EE20BE-144F-4159-839F-85ED6E791DC9}" type="datetimeFigureOut">
              <a:rPr lang="en-IN" smtClean="0"/>
              <a:t>22-07-2026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9529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A8EE20BE-144F-4159-839F-85ED6E791DC9}" type="datetimeFigureOut">
              <a:rPr lang="en-IN" smtClean="0"/>
              <a:t>22-07-2026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30250145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A8EE20BE-144F-4159-839F-85ED6E791DC9}" type="datetimeFigureOut">
              <a:rPr lang="en-IN" smtClean="0"/>
              <a:t>22-07-2026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246695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876921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5730578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E20BE-144F-4159-839F-85ED6E791DC9}" type="datetimeFigureOut">
              <a:rPr lang="en-IN" smtClean="0"/>
              <a:t>22-07-2026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F44EEA-06B2-4DEF-A732-F4B8F56A37CD}" type="slidenum">
              <a:rPr lang="en-IN" smtClean="0"/>
              <a:t>‹#›</a:t>
            </a:fld>
            <a:endParaRPr lang="en-IN"/>
          </a:p>
        </p:txBody>
      </p:sp>
    </p:spTree>
    <p:extLst>
      <p:ext uri="{BB962C8B-B14F-4D97-AF65-F5344CB8AC3E}">
        <p14:creationId xmlns:p14="http://schemas.microsoft.com/office/powerpoint/2010/main" val="1323255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A8EE20BE-144F-4159-839F-85ED6E791DC9}" type="datetimeFigureOut">
              <a:rPr lang="en-IN" smtClean="0"/>
              <a:t>22-07-2026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FFF44EEA-06B2-4DEF-A732-F4B8F56A37CD}" type="slidenum">
              <a:rPr lang="en-IN" smtClean="0"/>
              <a:t>‹#›</a:t>
            </a:fld>
            <a:endParaRPr lang="en-IN"/>
          </a:p>
        </p:txBody>
      </p:sp>
    </p:spTree>
    <p:extLst>
      <p:ext uri="{BB962C8B-B14F-4D97-AF65-F5344CB8AC3E}">
        <p14:creationId xmlns:p14="http://schemas.microsoft.com/office/powerpoint/2010/main" val="2703148752"/>
      </p:ext>
    </p:extLst>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116" r:id="rId13"/>
    <p:sldLayoutId id="2147484117" r:id="rId14"/>
    <p:sldLayoutId id="2147484118" r:id="rId15"/>
    <p:sldLayoutId id="2147484119" r:id="rId16"/>
    <p:sldLayoutId id="2147484120" r:id="rId17"/>
    <p:sldLayoutId id="214748412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78A5-5262-4E2A-87C6-8B0EA457371B}"/>
              </a:ext>
            </a:extLst>
          </p:cNvPr>
          <p:cNvSpPr>
            <a:spLocks noGrp="1"/>
          </p:cNvSpPr>
          <p:nvPr>
            <p:ph type="ctrTitle"/>
          </p:nvPr>
        </p:nvSpPr>
        <p:spPr>
          <a:xfrm>
            <a:off x="1071054" y="1291713"/>
            <a:ext cx="7731040" cy="1477328"/>
          </a:xfrm>
        </p:spPr>
        <p:txBody>
          <a:bodyPr>
            <a:normAutofit fontScale="90000"/>
          </a:bodyPr>
          <a:lstStyle/>
          <a:p>
            <a:r>
              <a:rPr lang="en-IN" sz="6000" b="1" dirty="0">
                <a:solidFill>
                  <a:schemeClr val="tx1"/>
                </a:solidFill>
              </a:rPr>
              <a:t>Job Market Analysis</a:t>
            </a:r>
          </a:p>
        </p:txBody>
      </p:sp>
      <p:sp>
        <p:nvSpPr>
          <p:cNvPr id="4" name="TextBox 3">
            <a:extLst>
              <a:ext uri="{FF2B5EF4-FFF2-40B4-BE49-F238E27FC236}">
                <a16:creationId xmlns:a16="http://schemas.microsoft.com/office/drawing/2014/main" id="{DAB88A02-1338-4D3C-A196-365A72350A5C}"/>
              </a:ext>
            </a:extLst>
          </p:cNvPr>
          <p:cNvSpPr txBox="1"/>
          <p:nvPr/>
        </p:nvSpPr>
        <p:spPr>
          <a:xfrm>
            <a:off x="421419" y="4373217"/>
            <a:ext cx="10326298" cy="2585323"/>
          </a:xfrm>
          <a:prstGeom prst="rect">
            <a:avLst/>
          </a:prstGeom>
          <a:noFill/>
        </p:spPr>
        <p:txBody>
          <a:bodyPr wrap="square" rtlCol="0">
            <a:spAutoFit/>
          </a:bodyPr>
          <a:lstStyle/>
          <a:p>
            <a:r>
              <a:rPr lang="en-IN" b="1" dirty="0"/>
              <a:t> </a:t>
            </a:r>
          </a:p>
          <a:p>
            <a:r>
              <a:rPr lang="en-IN" b="1" u="sng" dirty="0">
                <a:latin typeface="Inter"/>
              </a:rPr>
              <a:t>Team id &amp;project id :</a:t>
            </a:r>
          </a:p>
          <a:p>
            <a:r>
              <a:rPr lang="en-IN" b="1" dirty="0"/>
              <a:t> </a:t>
            </a:r>
            <a:r>
              <a:rPr lang="en-IN" dirty="0">
                <a:latin typeface="Inter"/>
              </a:rPr>
              <a:t>PTID-CDA-JUL-26-11148</a:t>
            </a:r>
          </a:p>
          <a:p>
            <a:r>
              <a:rPr lang="en-IN" dirty="0">
                <a:latin typeface="Inter"/>
              </a:rPr>
              <a:t> PRDA -04-Job market analysis</a:t>
            </a:r>
          </a:p>
          <a:p>
            <a:pPr algn="l"/>
            <a:r>
              <a:rPr lang="pt-BR" i="0" dirty="0">
                <a:solidFill>
                  <a:srgbClr val="0F172A"/>
                </a:solidFill>
                <a:effectLst/>
                <a:latin typeface="Inter"/>
              </a:rPr>
              <a:t>                                                                                                                                                </a:t>
            </a:r>
            <a:r>
              <a:rPr lang="pt-BR" b="1" i="0" u="sng" dirty="0">
                <a:solidFill>
                  <a:srgbClr val="0F172A"/>
                </a:solidFill>
                <a:effectLst/>
                <a:latin typeface="Inter"/>
              </a:rPr>
              <a:t>Submitted by:</a:t>
            </a:r>
          </a:p>
          <a:p>
            <a:pPr algn="l"/>
            <a:r>
              <a:rPr lang="pt-BR" i="0" dirty="0">
                <a:solidFill>
                  <a:srgbClr val="0F172A"/>
                </a:solidFill>
                <a:effectLst/>
                <a:latin typeface="Inter"/>
              </a:rPr>
              <a:t>                                                                                                                                                 Nisarga N Raj </a:t>
            </a:r>
          </a:p>
          <a:p>
            <a:pPr algn="l"/>
            <a:r>
              <a:rPr lang="pt-BR" i="0" dirty="0">
                <a:solidFill>
                  <a:srgbClr val="0F172A"/>
                </a:solidFill>
                <a:effectLst/>
                <a:latin typeface="Inter"/>
              </a:rPr>
              <a:t>                                                                                                                                                 Prashashree </a:t>
            </a:r>
          </a:p>
          <a:p>
            <a:pPr algn="l"/>
            <a:r>
              <a:rPr lang="pt-BR" dirty="0">
                <a:solidFill>
                  <a:srgbClr val="0F172A"/>
                </a:solidFill>
                <a:latin typeface="Inter"/>
              </a:rPr>
              <a:t>                                                                                                                                                 Surapureddy Tejaswini</a:t>
            </a:r>
            <a:endParaRPr lang="pt-BR" i="0" dirty="0">
              <a:solidFill>
                <a:srgbClr val="0F172A"/>
              </a:solidFill>
              <a:effectLst/>
              <a:latin typeface="Inter"/>
            </a:endParaRPr>
          </a:p>
          <a:p>
            <a:r>
              <a:rPr lang="en-IN" dirty="0"/>
              <a:t>                </a:t>
            </a:r>
          </a:p>
        </p:txBody>
      </p:sp>
    </p:spTree>
    <p:extLst>
      <p:ext uri="{BB962C8B-B14F-4D97-AF65-F5344CB8AC3E}">
        <p14:creationId xmlns:p14="http://schemas.microsoft.com/office/powerpoint/2010/main" val="139189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CBA9-3246-48E1-9847-985AAD692301}"/>
              </a:ext>
            </a:extLst>
          </p:cNvPr>
          <p:cNvSpPr>
            <a:spLocks noGrp="1"/>
          </p:cNvSpPr>
          <p:nvPr>
            <p:ph type="title"/>
          </p:nvPr>
        </p:nvSpPr>
        <p:spPr>
          <a:xfrm>
            <a:off x="2700997" y="661182"/>
            <a:ext cx="5387926" cy="844062"/>
          </a:xfrm>
        </p:spPr>
        <p:txBody>
          <a:bodyPr>
            <a:noAutofit/>
          </a:bodyPr>
          <a:lstStyle/>
          <a:p>
            <a:r>
              <a:rPr lang="en-IN" sz="2800" b="1" dirty="0">
                <a:solidFill>
                  <a:schemeClr val="tx1"/>
                </a:solidFill>
              </a:rPr>
              <a:t>Objective of the Project</a:t>
            </a:r>
          </a:p>
        </p:txBody>
      </p:sp>
      <p:sp>
        <p:nvSpPr>
          <p:cNvPr id="3" name="Content Placeholder 2">
            <a:extLst>
              <a:ext uri="{FF2B5EF4-FFF2-40B4-BE49-F238E27FC236}">
                <a16:creationId xmlns:a16="http://schemas.microsoft.com/office/drawing/2014/main" id="{62660D4D-6F71-44FB-9295-314EF6CB8D43}"/>
              </a:ext>
            </a:extLst>
          </p:cNvPr>
          <p:cNvSpPr>
            <a:spLocks noGrp="1"/>
          </p:cNvSpPr>
          <p:nvPr>
            <p:ph idx="1"/>
          </p:nvPr>
        </p:nvSpPr>
        <p:spPr>
          <a:xfrm>
            <a:off x="852263" y="1956021"/>
            <a:ext cx="8596668" cy="3538330"/>
          </a:xfrm>
        </p:spPr>
        <p:txBody>
          <a:bodyPr>
            <a:normAutofit/>
          </a:bodyPr>
          <a:lstStyle/>
          <a:p>
            <a:pPr marL="0" indent="0">
              <a:buNone/>
            </a:pPr>
            <a:r>
              <a:rPr lang="en-US" sz="2400" dirty="0"/>
              <a:t>The goal of this project is to analyze the job market trends for positions by analyzing job data and to analyze all the feature and derive insights that can inform job seekers and employers.</a:t>
            </a:r>
          </a:p>
          <a:p>
            <a:pPr marL="0" indent="0">
              <a:buNone/>
            </a:pPr>
            <a:endParaRPr lang="en-US" sz="2400" dirty="0"/>
          </a:p>
          <a:p>
            <a:pPr marL="0" indent="0">
              <a:buNone/>
            </a:pPr>
            <a:r>
              <a:rPr lang="en-US" sz="2400" dirty="0"/>
              <a:t>Dataset details : 742 rows and 42 columns</a:t>
            </a:r>
            <a:endParaRPr lang="en-IN" sz="2400" dirty="0"/>
          </a:p>
        </p:txBody>
      </p:sp>
    </p:spTree>
    <p:extLst>
      <p:ext uri="{BB962C8B-B14F-4D97-AF65-F5344CB8AC3E}">
        <p14:creationId xmlns:p14="http://schemas.microsoft.com/office/powerpoint/2010/main" val="1488365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5E34-BC9A-4C77-B450-A27D6BF7692B}"/>
              </a:ext>
            </a:extLst>
          </p:cNvPr>
          <p:cNvSpPr>
            <a:spLocks noGrp="1"/>
          </p:cNvSpPr>
          <p:nvPr>
            <p:ph type="title"/>
          </p:nvPr>
        </p:nvSpPr>
        <p:spPr>
          <a:xfrm>
            <a:off x="1129084" y="609600"/>
            <a:ext cx="8144917" cy="1320800"/>
          </a:xfrm>
        </p:spPr>
        <p:txBody>
          <a:bodyPr>
            <a:normAutofit/>
          </a:bodyPr>
          <a:lstStyle/>
          <a:p>
            <a:r>
              <a:rPr lang="en-IN" sz="2800" b="1" dirty="0">
                <a:solidFill>
                  <a:schemeClr val="tx1"/>
                </a:solidFill>
              </a:rPr>
              <a:t>Tools Used and Purpose</a:t>
            </a:r>
            <a:endParaRPr lang="en-IN" sz="2400" b="1" dirty="0">
              <a:solidFill>
                <a:schemeClr val="tx1"/>
              </a:solidFill>
            </a:endParaRPr>
          </a:p>
        </p:txBody>
      </p:sp>
      <p:sp>
        <p:nvSpPr>
          <p:cNvPr id="3" name="Content Placeholder 2">
            <a:extLst>
              <a:ext uri="{FF2B5EF4-FFF2-40B4-BE49-F238E27FC236}">
                <a16:creationId xmlns:a16="http://schemas.microsoft.com/office/drawing/2014/main" id="{A4F72125-4E21-4F41-8393-B1681A8F9990}"/>
              </a:ext>
            </a:extLst>
          </p:cNvPr>
          <p:cNvSpPr>
            <a:spLocks noGrp="1"/>
          </p:cNvSpPr>
          <p:nvPr>
            <p:ph idx="1"/>
          </p:nvPr>
        </p:nvSpPr>
        <p:spPr>
          <a:xfrm>
            <a:off x="677334" y="1930401"/>
            <a:ext cx="8596668" cy="4110962"/>
          </a:xfrm>
        </p:spPr>
        <p:txBody>
          <a:bodyPr>
            <a:normAutofit fontScale="85000" lnSpcReduction="20000"/>
          </a:bodyPr>
          <a:lstStyle/>
          <a:p>
            <a:pPr marL="0" indent="0">
              <a:buNone/>
            </a:pPr>
            <a:r>
              <a:rPr lang="en-US" sz="2400" b="1" dirty="0"/>
              <a:t>     1.SQL- </a:t>
            </a:r>
            <a:r>
              <a:rPr lang="en-US" sz="2400" dirty="0"/>
              <a:t>Data Extraction and exploring the data table.</a:t>
            </a:r>
          </a:p>
          <a:p>
            <a:pPr marL="0" indent="0">
              <a:buNone/>
            </a:pPr>
            <a:r>
              <a:rPr lang="en-US" sz="2400" dirty="0"/>
              <a:t>      </a:t>
            </a:r>
          </a:p>
          <a:p>
            <a:pPr marL="0" indent="0">
              <a:buNone/>
            </a:pPr>
            <a:r>
              <a:rPr lang="en-US" sz="2400" dirty="0"/>
              <a:t>     2.</a:t>
            </a:r>
            <a:r>
              <a:rPr lang="en-US" sz="2400" b="1" dirty="0"/>
              <a:t>Power BI </a:t>
            </a:r>
            <a:r>
              <a:rPr lang="en-US" sz="2400" dirty="0"/>
              <a:t>- For Visualizations and Creating interactive 					 dashboard.</a:t>
            </a:r>
          </a:p>
          <a:p>
            <a:pPr marL="0" indent="0">
              <a:buNone/>
            </a:pPr>
            <a:endParaRPr lang="en-US" sz="2400" dirty="0"/>
          </a:p>
          <a:p>
            <a:pPr marL="0" indent="0">
              <a:buNone/>
            </a:pPr>
            <a:r>
              <a:rPr lang="en-US" sz="2400" dirty="0"/>
              <a:t>     </a:t>
            </a:r>
            <a:r>
              <a:rPr lang="en-US" sz="2400" b="1" dirty="0"/>
              <a:t>3.Power Query Editor – </a:t>
            </a:r>
            <a:r>
              <a:rPr lang="en-US" sz="2400" dirty="0"/>
              <a:t>For exploring and cleaning data by removing duplicates and error values </a:t>
            </a:r>
          </a:p>
          <a:p>
            <a:pPr marL="0" indent="0">
              <a:buNone/>
            </a:pPr>
            <a:r>
              <a:rPr lang="en-US" sz="2400" dirty="0"/>
              <a:t>     </a:t>
            </a:r>
          </a:p>
          <a:p>
            <a:pPr marL="0" indent="0">
              <a:buNone/>
            </a:pPr>
            <a:r>
              <a:rPr lang="en-US" dirty="0"/>
              <a:t>    </a:t>
            </a:r>
          </a:p>
          <a:p>
            <a:pPr marL="0" indent="0">
              <a:buNone/>
            </a:pPr>
            <a:r>
              <a:rPr lang="en-US" u="sng" dirty="0"/>
              <a:t>     </a:t>
            </a:r>
          </a:p>
        </p:txBody>
      </p:sp>
    </p:spTree>
    <p:extLst>
      <p:ext uri="{BB962C8B-B14F-4D97-AF65-F5344CB8AC3E}">
        <p14:creationId xmlns:p14="http://schemas.microsoft.com/office/powerpoint/2010/main" val="1084467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B045-2C97-48BD-9A04-88C5F37893FB}"/>
              </a:ext>
            </a:extLst>
          </p:cNvPr>
          <p:cNvSpPr>
            <a:spLocks noGrp="1"/>
          </p:cNvSpPr>
          <p:nvPr>
            <p:ph type="title"/>
          </p:nvPr>
        </p:nvSpPr>
        <p:spPr>
          <a:xfrm>
            <a:off x="1081376" y="609600"/>
            <a:ext cx="8192625" cy="805732"/>
          </a:xfrm>
        </p:spPr>
        <p:txBody>
          <a:bodyPr>
            <a:normAutofit/>
          </a:bodyPr>
          <a:lstStyle/>
          <a:p>
            <a:r>
              <a:rPr lang="en-IN" sz="2800" b="1" dirty="0">
                <a:solidFill>
                  <a:schemeClr val="tx1"/>
                </a:solidFill>
              </a:rPr>
              <a:t>Data Cleaning Process</a:t>
            </a:r>
            <a:endParaRPr lang="en-IN" sz="2400" dirty="0">
              <a:solidFill>
                <a:schemeClr val="tx1"/>
              </a:solidFill>
            </a:endParaRPr>
          </a:p>
        </p:txBody>
      </p:sp>
      <p:sp>
        <p:nvSpPr>
          <p:cNvPr id="3" name="Content Placeholder 2">
            <a:extLst>
              <a:ext uri="{FF2B5EF4-FFF2-40B4-BE49-F238E27FC236}">
                <a16:creationId xmlns:a16="http://schemas.microsoft.com/office/drawing/2014/main" id="{85FBD58A-780D-4CAA-9F38-5023DFA2C7A8}"/>
              </a:ext>
            </a:extLst>
          </p:cNvPr>
          <p:cNvSpPr>
            <a:spLocks noGrp="1"/>
          </p:cNvSpPr>
          <p:nvPr>
            <p:ph idx="1"/>
          </p:nvPr>
        </p:nvSpPr>
        <p:spPr>
          <a:xfrm>
            <a:off x="780701" y="1730326"/>
            <a:ext cx="8596668" cy="3740171"/>
          </a:xfrm>
        </p:spPr>
        <p:txBody>
          <a:bodyPr/>
          <a:lstStyle/>
          <a:p>
            <a:pPr>
              <a:buFont typeface="Arial" panose="020B0604020202020204" pitchFamily="34" charset="0"/>
              <a:buChar char="•"/>
            </a:pPr>
            <a:r>
              <a:rPr lang="en-IN" sz="2400" dirty="0"/>
              <a:t>Removed Column with all null values as it did not have any importance.</a:t>
            </a:r>
          </a:p>
          <a:p>
            <a:pPr>
              <a:buFont typeface="Arial" panose="020B0604020202020204" pitchFamily="34" charset="0"/>
              <a:buChar char="•"/>
            </a:pPr>
            <a:endParaRPr lang="en-IN" sz="2400" dirty="0"/>
          </a:p>
          <a:p>
            <a:pPr>
              <a:buFont typeface="Arial" panose="020B0604020202020204" pitchFamily="34" charset="0"/>
              <a:buChar char="•"/>
            </a:pPr>
            <a:r>
              <a:rPr lang="en-IN" sz="2400" dirty="0"/>
              <a:t>Replaced -1 values to null values and imputed them with necessary values.</a:t>
            </a:r>
          </a:p>
          <a:p>
            <a:pPr>
              <a:buFont typeface="Arial" panose="020B0604020202020204" pitchFamily="34" charset="0"/>
              <a:buChar char="•"/>
            </a:pPr>
            <a:endParaRPr lang="en-IN" sz="2400" dirty="0"/>
          </a:p>
          <a:p>
            <a:pPr>
              <a:buFont typeface="Arial" panose="020B0604020202020204" pitchFamily="34" charset="0"/>
              <a:buChar char="•"/>
            </a:pPr>
            <a:r>
              <a:rPr lang="en-IN" sz="2400" dirty="0"/>
              <a:t>Imputed wrong range of values with the right values.</a:t>
            </a:r>
          </a:p>
          <a:p>
            <a:endParaRPr lang="en-IN" dirty="0"/>
          </a:p>
        </p:txBody>
      </p:sp>
    </p:spTree>
    <p:extLst>
      <p:ext uri="{BB962C8B-B14F-4D97-AF65-F5344CB8AC3E}">
        <p14:creationId xmlns:p14="http://schemas.microsoft.com/office/powerpoint/2010/main" val="1726865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1FA7E-BA3B-4F0E-9486-63DE45957310}"/>
              </a:ext>
            </a:extLst>
          </p:cNvPr>
          <p:cNvSpPr>
            <a:spLocks noGrp="1"/>
          </p:cNvSpPr>
          <p:nvPr>
            <p:ph type="title"/>
          </p:nvPr>
        </p:nvSpPr>
        <p:spPr>
          <a:xfrm>
            <a:off x="677334" y="604298"/>
            <a:ext cx="8596668" cy="946205"/>
          </a:xfrm>
        </p:spPr>
        <p:txBody>
          <a:bodyPr>
            <a:normAutofit/>
          </a:bodyPr>
          <a:lstStyle/>
          <a:p>
            <a:r>
              <a:rPr lang="en-IN" sz="2800" dirty="0"/>
              <a:t>   </a:t>
            </a:r>
            <a:r>
              <a:rPr lang="en-IN" sz="2800" b="1" dirty="0">
                <a:solidFill>
                  <a:schemeClr val="tx1"/>
                </a:solidFill>
              </a:rPr>
              <a:t>Analysis performed</a:t>
            </a:r>
            <a:endParaRPr lang="en-IN" b="1" dirty="0">
              <a:solidFill>
                <a:schemeClr val="tx1"/>
              </a:solidFill>
            </a:endParaRPr>
          </a:p>
        </p:txBody>
      </p:sp>
      <p:sp>
        <p:nvSpPr>
          <p:cNvPr id="3" name="Content Placeholder 2">
            <a:extLst>
              <a:ext uri="{FF2B5EF4-FFF2-40B4-BE49-F238E27FC236}">
                <a16:creationId xmlns:a16="http://schemas.microsoft.com/office/drawing/2014/main" id="{785E2B0A-05C9-432C-8AB0-85045468970D}"/>
              </a:ext>
            </a:extLst>
          </p:cNvPr>
          <p:cNvSpPr>
            <a:spLocks noGrp="1"/>
          </p:cNvSpPr>
          <p:nvPr>
            <p:ph idx="1"/>
          </p:nvPr>
        </p:nvSpPr>
        <p:spPr>
          <a:xfrm>
            <a:off x="639051" y="1773140"/>
            <a:ext cx="8596668" cy="4373219"/>
          </a:xfrm>
        </p:spPr>
        <p:txBody>
          <a:bodyPr>
            <a:normAutofit/>
          </a:bodyPr>
          <a:lstStyle/>
          <a:p>
            <a:pPr>
              <a:buFont typeface="Arial" panose="020B0604020202020204" pitchFamily="34" charset="0"/>
              <a:buChar char="•"/>
            </a:pPr>
            <a:r>
              <a:rPr lang="en-IN" sz="2400" dirty="0"/>
              <a:t>States with most jobs.</a:t>
            </a:r>
          </a:p>
          <a:p>
            <a:pPr>
              <a:buFont typeface="Arial" panose="020B0604020202020204" pitchFamily="34" charset="0"/>
              <a:buChar char="•"/>
            </a:pPr>
            <a:r>
              <a:rPr lang="en-IN" sz="2400" dirty="0"/>
              <a:t>Average min and max salaries in different states.</a:t>
            </a:r>
          </a:p>
          <a:p>
            <a:pPr>
              <a:buFont typeface="Arial" panose="020B0604020202020204" pitchFamily="34" charset="0"/>
              <a:buChar char="•"/>
            </a:pPr>
            <a:r>
              <a:rPr lang="en-IN" sz="2400" dirty="0"/>
              <a:t>Average salary in different states.</a:t>
            </a:r>
          </a:p>
          <a:p>
            <a:pPr>
              <a:buFont typeface="Arial" panose="020B0604020202020204" pitchFamily="34" charset="0"/>
              <a:buChar char="•"/>
            </a:pPr>
            <a:r>
              <a:rPr lang="en-IN" sz="2400" dirty="0"/>
              <a:t>Top 5 industries with most data science postings.</a:t>
            </a:r>
          </a:p>
          <a:p>
            <a:pPr>
              <a:buFont typeface="Arial" panose="020B0604020202020204" pitchFamily="34" charset="0"/>
              <a:buChar char="•"/>
            </a:pPr>
            <a:r>
              <a:rPr lang="en-IN" sz="2400" dirty="0"/>
              <a:t>Companies with maximum job openings.</a:t>
            </a:r>
          </a:p>
          <a:p>
            <a:pPr>
              <a:buFont typeface="Arial" panose="020B0604020202020204" pitchFamily="34" charset="0"/>
              <a:buChar char="•"/>
            </a:pPr>
            <a:r>
              <a:rPr lang="en-IN" sz="2400" dirty="0"/>
              <a:t>Job title with most job openings.</a:t>
            </a:r>
          </a:p>
          <a:p>
            <a:pPr marL="0" indent="0">
              <a:buNone/>
            </a:pPr>
            <a:endParaRPr lang="en-IN" sz="2400" dirty="0"/>
          </a:p>
          <a:p>
            <a:pPr>
              <a:buFont typeface="Arial" panose="020B0604020202020204" pitchFamily="34" charset="0"/>
              <a:buChar char="•"/>
            </a:pPr>
            <a:endParaRPr lang="en-IN" sz="2400" dirty="0"/>
          </a:p>
          <a:p>
            <a:pPr marL="0" indent="0">
              <a:buNone/>
            </a:pPr>
            <a:endParaRPr lang="en-IN" dirty="0"/>
          </a:p>
          <a:p>
            <a:endParaRPr lang="en-IN" dirty="0"/>
          </a:p>
        </p:txBody>
      </p:sp>
    </p:spTree>
    <p:extLst>
      <p:ext uri="{BB962C8B-B14F-4D97-AF65-F5344CB8AC3E}">
        <p14:creationId xmlns:p14="http://schemas.microsoft.com/office/powerpoint/2010/main" val="3283785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3642-3D89-436F-A206-7C8850F25C63}"/>
              </a:ext>
            </a:extLst>
          </p:cNvPr>
          <p:cNvSpPr>
            <a:spLocks noGrp="1"/>
          </p:cNvSpPr>
          <p:nvPr>
            <p:ph type="title"/>
          </p:nvPr>
        </p:nvSpPr>
        <p:spPr>
          <a:xfrm>
            <a:off x="913775" y="520505"/>
            <a:ext cx="10364451" cy="900333"/>
          </a:xfrm>
        </p:spPr>
        <p:txBody>
          <a:bodyPr>
            <a:normAutofit/>
          </a:bodyPr>
          <a:lstStyle/>
          <a:p>
            <a:r>
              <a:rPr lang="en-IN" sz="2800" b="1" dirty="0">
                <a:solidFill>
                  <a:schemeClr val="tx1"/>
                </a:solidFill>
              </a:rPr>
              <a:t>Analysis performed</a:t>
            </a:r>
            <a:br>
              <a:rPr lang="en-IN" sz="2800" b="1" dirty="0">
                <a:solidFill>
                  <a:schemeClr val="tx1"/>
                </a:solidFill>
              </a:rPr>
            </a:br>
            <a:endParaRPr lang="en-IN" sz="2800" b="1" dirty="0">
              <a:solidFill>
                <a:schemeClr val="tx1"/>
              </a:solidFill>
            </a:endParaRPr>
          </a:p>
        </p:txBody>
      </p:sp>
      <p:sp>
        <p:nvSpPr>
          <p:cNvPr id="3" name="Content Placeholder 2">
            <a:extLst>
              <a:ext uri="{FF2B5EF4-FFF2-40B4-BE49-F238E27FC236}">
                <a16:creationId xmlns:a16="http://schemas.microsoft.com/office/drawing/2014/main" id="{BEFB10D7-A87B-4927-9A29-50566360545B}"/>
              </a:ext>
            </a:extLst>
          </p:cNvPr>
          <p:cNvSpPr>
            <a:spLocks noGrp="1"/>
          </p:cNvSpPr>
          <p:nvPr>
            <p:ph idx="1"/>
          </p:nvPr>
        </p:nvSpPr>
        <p:spPr>
          <a:xfrm>
            <a:off x="279769" y="1582309"/>
            <a:ext cx="8596668" cy="4055165"/>
          </a:xfrm>
        </p:spPr>
        <p:txBody>
          <a:bodyPr/>
          <a:lstStyle/>
          <a:p>
            <a:pPr>
              <a:buFont typeface="Arial" panose="020B0604020202020204" pitchFamily="34" charset="0"/>
              <a:buChar char="•"/>
            </a:pPr>
            <a:r>
              <a:rPr lang="en-IN" sz="2400" dirty="0"/>
              <a:t>Salary of job titles with most number of jobs.</a:t>
            </a:r>
          </a:p>
          <a:p>
            <a:pPr>
              <a:buFont typeface="Arial" panose="020B0604020202020204" pitchFamily="34" charset="0"/>
              <a:buChar char="•"/>
            </a:pPr>
            <a:r>
              <a:rPr lang="en-IN" sz="2400" dirty="0"/>
              <a:t>Skills required by companies as per job title</a:t>
            </a:r>
          </a:p>
          <a:p>
            <a:pPr>
              <a:buFont typeface="Arial" panose="020B0604020202020204" pitchFamily="34" charset="0"/>
              <a:buChar char="•"/>
            </a:pPr>
            <a:r>
              <a:rPr lang="en-IN" sz="2400" dirty="0"/>
              <a:t>Relationship between average salary and education.</a:t>
            </a:r>
          </a:p>
          <a:p>
            <a:pPr>
              <a:buFont typeface="Arial" panose="020B0604020202020204" pitchFamily="34" charset="0"/>
              <a:buChar char="•"/>
            </a:pPr>
            <a:r>
              <a:rPr lang="en-IN" sz="2400" dirty="0"/>
              <a:t>Companies offering highest salary.</a:t>
            </a:r>
          </a:p>
          <a:p>
            <a:pPr>
              <a:buFont typeface="Arial" panose="020B0604020202020204" pitchFamily="34" charset="0"/>
              <a:buChar char="•"/>
            </a:pPr>
            <a:r>
              <a:rPr lang="en-IN" sz="2400" dirty="0"/>
              <a:t>Industries with maximum salary</a:t>
            </a:r>
          </a:p>
          <a:p>
            <a:endParaRPr lang="en-IN" dirty="0"/>
          </a:p>
        </p:txBody>
      </p:sp>
    </p:spTree>
    <p:extLst>
      <p:ext uri="{BB962C8B-B14F-4D97-AF65-F5344CB8AC3E}">
        <p14:creationId xmlns:p14="http://schemas.microsoft.com/office/powerpoint/2010/main" val="1737411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A0F4F-756D-EDE9-35A6-EA34BA4D77C5}"/>
              </a:ext>
            </a:extLst>
          </p:cNvPr>
          <p:cNvSpPr>
            <a:spLocks noGrp="1"/>
          </p:cNvSpPr>
          <p:nvPr>
            <p:ph type="title"/>
          </p:nvPr>
        </p:nvSpPr>
        <p:spPr>
          <a:xfrm>
            <a:off x="677334" y="609600"/>
            <a:ext cx="8596668" cy="909711"/>
          </a:xfrm>
        </p:spPr>
        <p:txBody>
          <a:bodyPr>
            <a:normAutofit/>
          </a:bodyPr>
          <a:lstStyle/>
          <a:p>
            <a:r>
              <a:rPr lang="en-US" sz="2800" b="1" dirty="0">
                <a:solidFill>
                  <a:schemeClr val="tx1"/>
                </a:solidFill>
              </a:rPr>
              <a:t>Dashboard</a:t>
            </a:r>
            <a:endParaRPr lang="en-IN" sz="2800" b="1" dirty="0">
              <a:solidFill>
                <a:schemeClr val="tx1"/>
              </a:solidFill>
            </a:endParaRPr>
          </a:p>
        </p:txBody>
      </p:sp>
      <p:pic>
        <p:nvPicPr>
          <p:cNvPr id="17" name="Content Placeholder 16">
            <a:extLst>
              <a:ext uri="{FF2B5EF4-FFF2-40B4-BE49-F238E27FC236}">
                <a16:creationId xmlns:a16="http://schemas.microsoft.com/office/drawing/2014/main" id="{9E1A5C25-7174-9613-9AE3-3DDB5EBC64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419" y="1519312"/>
            <a:ext cx="10121485" cy="4965894"/>
          </a:xfrm>
          <a:prstGeom prst="rect">
            <a:avLst/>
          </a:prstGeom>
        </p:spPr>
      </p:pic>
    </p:spTree>
    <p:extLst>
      <p:ext uri="{BB962C8B-B14F-4D97-AF65-F5344CB8AC3E}">
        <p14:creationId xmlns:p14="http://schemas.microsoft.com/office/powerpoint/2010/main" val="1721992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AB1FF-CC03-287C-DD21-AF2594268231}"/>
              </a:ext>
            </a:extLst>
          </p:cNvPr>
          <p:cNvSpPr>
            <a:spLocks noGrp="1"/>
          </p:cNvSpPr>
          <p:nvPr>
            <p:ph type="title"/>
          </p:nvPr>
        </p:nvSpPr>
        <p:spPr>
          <a:xfrm>
            <a:off x="677334" y="609601"/>
            <a:ext cx="8596668" cy="923778"/>
          </a:xfrm>
        </p:spPr>
        <p:txBody>
          <a:bodyPr>
            <a:normAutofit/>
          </a:bodyPr>
          <a:lstStyle/>
          <a:p>
            <a:r>
              <a:rPr lang="en-US" sz="2800" b="1" dirty="0">
                <a:solidFill>
                  <a:schemeClr val="tx1"/>
                </a:solidFill>
              </a:rPr>
              <a:t>Dashboard</a:t>
            </a:r>
            <a:br>
              <a:rPr lang="en-US" sz="2800" b="1" dirty="0">
                <a:solidFill>
                  <a:schemeClr val="tx1"/>
                </a:solidFill>
              </a:rPr>
            </a:br>
            <a:endParaRPr lang="en-IN" sz="2800" b="1" dirty="0">
              <a:solidFill>
                <a:schemeClr val="tx1"/>
              </a:solidFill>
            </a:endParaRPr>
          </a:p>
        </p:txBody>
      </p:sp>
      <p:pic>
        <p:nvPicPr>
          <p:cNvPr id="5" name="Content Placeholder 4">
            <a:extLst>
              <a:ext uri="{FF2B5EF4-FFF2-40B4-BE49-F238E27FC236}">
                <a16:creationId xmlns:a16="http://schemas.microsoft.com/office/drawing/2014/main" id="{0FCD64A6-3308-970D-D07B-439E70E697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1392703"/>
            <a:ext cx="9915638" cy="4855698"/>
          </a:xfrm>
          <a:prstGeom prst="rect">
            <a:avLst/>
          </a:prstGeom>
        </p:spPr>
      </p:pic>
    </p:spTree>
    <p:extLst>
      <p:ext uri="{BB962C8B-B14F-4D97-AF65-F5344CB8AC3E}">
        <p14:creationId xmlns:p14="http://schemas.microsoft.com/office/powerpoint/2010/main" val="522436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4268-68AE-4DBC-88AF-374C5CDBB5B2}"/>
              </a:ext>
            </a:extLst>
          </p:cNvPr>
          <p:cNvSpPr>
            <a:spLocks noGrp="1"/>
          </p:cNvSpPr>
          <p:nvPr>
            <p:ph type="title"/>
          </p:nvPr>
        </p:nvSpPr>
        <p:spPr>
          <a:xfrm>
            <a:off x="677334" y="609600"/>
            <a:ext cx="8596668" cy="951914"/>
          </a:xfrm>
        </p:spPr>
        <p:txBody>
          <a:bodyPr>
            <a:normAutofit/>
          </a:bodyPr>
          <a:lstStyle/>
          <a:p>
            <a:r>
              <a:rPr lang="en-US" sz="2800" b="1" dirty="0">
                <a:solidFill>
                  <a:schemeClr val="tx1"/>
                </a:solidFill>
              </a:rPr>
              <a:t>Insights</a:t>
            </a:r>
            <a:endParaRPr lang="en-IN" sz="2800" b="1" dirty="0">
              <a:solidFill>
                <a:schemeClr val="tx1"/>
              </a:solidFill>
            </a:endParaRPr>
          </a:p>
        </p:txBody>
      </p:sp>
      <p:sp>
        <p:nvSpPr>
          <p:cNvPr id="3" name="Content Placeholder 2">
            <a:extLst>
              <a:ext uri="{FF2B5EF4-FFF2-40B4-BE49-F238E27FC236}">
                <a16:creationId xmlns:a16="http://schemas.microsoft.com/office/drawing/2014/main" id="{28BA46B4-087D-4C88-A14F-D2775F8C5072}"/>
              </a:ext>
            </a:extLst>
          </p:cNvPr>
          <p:cNvSpPr>
            <a:spLocks noGrp="1"/>
          </p:cNvSpPr>
          <p:nvPr>
            <p:ph idx="1"/>
          </p:nvPr>
        </p:nvSpPr>
        <p:spPr>
          <a:xfrm>
            <a:off x="677334" y="1561515"/>
            <a:ext cx="8596668" cy="4479848"/>
          </a:xfrm>
        </p:spPr>
        <p:txBody>
          <a:bodyPr>
            <a:normAutofit fontScale="92500" lnSpcReduction="10000"/>
          </a:bodyPr>
          <a:lstStyle/>
          <a:p>
            <a:pPr>
              <a:buFont typeface="Arial" panose="020B0604020202020204" pitchFamily="34" charset="0"/>
              <a:buChar char="•"/>
            </a:pPr>
            <a:r>
              <a:rPr lang="en-US" sz="2000" dirty="0"/>
              <a:t>California, Massachusetts, and New York recorded the highest demand for Data Science professionals.</a:t>
            </a:r>
          </a:p>
          <a:p>
            <a:pPr>
              <a:buFont typeface="Arial" panose="020B0604020202020204" pitchFamily="34" charset="0"/>
              <a:buChar char="•"/>
            </a:pPr>
            <a:r>
              <a:rPr lang="en-US" sz="2000" dirty="0"/>
              <a:t>Salary levels varied across states, with California and Illinois offering some of the highest average salaries.</a:t>
            </a:r>
          </a:p>
          <a:p>
            <a:pPr>
              <a:buFont typeface="Arial" panose="020B0604020202020204" pitchFamily="34" charset="0"/>
              <a:buChar char="•"/>
            </a:pPr>
            <a:r>
              <a:rPr lang="en-US" sz="2000" dirty="0"/>
              <a:t>The IT industry accounted for the largest share of job opportunities.</a:t>
            </a:r>
          </a:p>
          <a:p>
            <a:pPr>
              <a:buFont typeface="Arial" panose="020B0604020202020204" pitchFamily="34" charset="0"/>
              <a:buChar char="•"/>
            </a:pPr>
            <a:r>
              <a:rPr lang="en-US" sz="2000" dirty="0"/>
              <a:t>Data Scientist was the most frequently advertised job role across the dataset.</a:t>
            </a:r>
          </a:p>
          <a:p>
            <a:pPr>
              <a:buFont typeface="Arial" panose="020B0604020202020204" pitchFamily="34" charset="0"/>
              <a:buChar char="•"/>
            </a:pPr>
            <a:r>
              <a:rPr lang="en-US" sz="2000" dirty="0"/>
              <a:t>Python, SQL, Excel, and cloud technologies were among the most in-demand technical skills.</a:t>
            </a:r>
          </a:p>
          <a:p>
            <a:pPr>
              <a:buFont typeface="Arial" panose="020B0604020202020204" pitchFamily="34" charset="0"/>
              <a:buChar char="•"/>
            </a:pPr>
            <a:r>
              <a:rPr lang="en-US" sz="2000" dirty="0"/>
              <a:t>Companies prefer candidates with diverse technical skill sets, indicating increasing demand for multi-skilled professionals.</a:t>
            </a:r>
            <a:endParaRPr lang="en-IN" sz="2000" dirty="0"/>
          </a:p>
        </p:txBody>
      </p:sp>
    </p:spTree>
    <p:extLst>
      <p:ext uri="{BB962C8B-B14F-4D97-AF65-F5344CB8AC3E}">
        <p14:creationId xmlns:p14="http://schemas.microsoft.com/office/powerpoint/2010/main" val="58226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23097-C54D-4C3B-A21C-9874C2EA5461}"/>
              </a:ext>
            </a:extLst>
          </p:cNvPr>
          <p:cNvSpPr>
            <a:spLocks noGrp="1"/>
          </p:cNvSpPr>
          <p:nvPr>
            <p:ph type="title"/>
          </p:nvPr>
        </p:nvSpPr>
        <p:spPr>
          <a:xfrm>
            <a:off x="677334" y="675248"/>
            <a:ext cx="8596668" cy="956603"/>
          </a:xfrm>
        </p:spPr>
        <p:txBody>
          <a:bodyPr>
            <a:normAutofit/>
          </a:bodyPr>
          <a:lstStyle/>
          <a:p>
            <a:r>
              <a:rPr lang="en-US" sz="2800" b="1" dirty="0">
                <a:solidFill>
                  <a:schemeClr val="tx1"/>
                </a:solidFill>
              </a:rPr>
              <a:t>Recommendations</a:t>
            </a:r>
            <a:endParaRPr lang="en-IN" sz="2800" b="1" dirty="0">
              <a:solidFill>
                <a:schemeClr val="tx1"/>
              </a:solidFill>
            </a:endParaRPr>
          </a:p>
        </p:txBody>
      </p:sp>
      <p:sp>
        <p:nvSpPr>
          <p:cNvPr id="3" name="Content Placeholder 2">
            <a:extLst>
              <a:ext uri="{FF2B5EF4-FFF2-40B4-BE49-F238E27FC236}">
                <a16:creationId xmlns:a16="http://schemas.microsoft.com/office/drawing/2014/main" id="{6E66AF60-7542-43C7-A0AB-CE679761CD51}"/>
              </a:ext>
            </a:extLst>
          </p:cNvPr>
          <p:cNvSpPr>
            <a:spLocks noGrp="1"/>
          </p:cNvSpPr>
          <p:nvPr>
            <p:ph idx="1"/>
          </p:nvPr>
        </p:nvSpPr>
        <p:spPr>
          <a:xfrm>
            <a:off x="677334" y="1631851"/>
            <a:ext cx="8596668" cy="4409511"/>
          </a:xfrm>
        </p:spPr>
        <p:txBody>
          <a:bodyPr>
            <a:normAutofit/>
          </a:bodyPr>
          <a:lstStyle/>
          <a:p>
            <a:pPr>
              <a:buFont typeface="Arial" panose="020B0604020202020204" pitchFamily="34" charset="0"/>
              <a:buChar char="•"/>
            </a:pPr>
            <a:r>
              <a:rPr lang="en-US" sz="2000" dirty="0"/>
              <a:t>Focus recruitment in high-demand states to attract qualified talent.</a:t>
            </a:r>
          </a:p>
          <a:p>
            <a:pPr>
              <a:buFont typeface="Arial" panose="020B0604020202020204" pitchFamily="34" charset="0"/>
              <a:buChar char="•"/>
            </a:pPr>
            <a:r>
              <a:rPr lang="en-US" sz="2000" dirty="0"/>
              <a:t>Offer competitive salary packages aligned with regional market trends.</a:t>
            </a:r>
          </a:p>
          <a:p>
            <a:pPr>
              <a:buFont typeface="Arial" panose="020B0604020202020204" pitchFamily="34" charset="0"/>
              <a:buChar char="•"/>
            </a:pPr>
            <a:r>
              <a:rPr lang="en-US" sz="2000" dirty="0"/>
              <a:t>Prioritize candidates with strong technical skills, particularly Python, SQL, cloud technologies, and data visualization tools.</a:t>
            </a:r>
          </a:p>
          <a:p>
            <a:pPr>
              <a:buFont typeface="Arial" panose="020B0604020202020204" pitchFamily="34" charset="0"/>
              <a:buChar char="•"/>
            </a:pPr>
            <a:r>
              <a:rPr lang="en-US" sz="2000" dirty="0"/>
              <a:t>Invest in continuous upskilling and certification programs to meet evolving industry requirements.</a:t>
            </a:r>
          </a:p>
          <a:p>
            <a:pPr>
              <a:buFont typeface="Arial" panose="020B0604020202020204" pitchFamily="34" charset="0"/>
              <a:buChar char="•"/>
            </a:pPr>
            <a:r>
              <a:rPr lang="en-US" sz="2000" dirty="0"/>
              <a:t>Candidates should build a broad technical skill set to improve employability across industries.</a:t>
            </a:r>
            <a:endParaRPr lang="en-IN" sz="2000" dirty="0"/>
          </a:p>
        </p:txBody>
      </p:sp>
    </p:spTree>
    <p:extLst>
      <p:ext uri="{BB962C8B-B14F-4D97-AF65-F5344CB8AC3E}">
        <p14:creationId xmlns:p14="http://schemas.microsoft.com/office/powerpoint/2010/main" val="39166455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452B-563A-425F-A22D-732FB3F7DAB7}"/>
              </a:ext>
            </a:extLst>
          </p:cNvPr>
          <p:cNvSpPr>
            <a:spLocks noGrp="1"/>
          </p:cNvSpPr>
          <p:nvPr>
            <p:ph type="title"/>
          </p:nvPr>
        </p:nvSpPr>
        <p:spPr>
          <a:xfrm>
            <a:off x="913775" y="481054"/>
            <a:ext cx="10364451" cy="1024189"/>
          </a:xfrm>
        </p:spPr>
        <p:txBody>
          <a:bodyPr>
            <a:normAutofit/>
          </a:bodyPr>
          <a:lstStyle/>
          <a:p>
            <a:r>
              <a:rPr lang="en-IN" sz="2800" b="1" dirty="0">
                <a:solidFill>
                  <a:schemeClr val="tx1"/>
                </a:solidFill>
              </a:rPr>
              <a:t>Challenges</a:t>
            </a:r>
          </a:p>
        </p:txBody>
      </p:sp>
      <p:sp>
        <p:nvSpPr>
          <p:cNvPr id="3" name="Content Placeholder 2">
            <a:extLst>
              <a:ext uri="{FF2B5EF4-FFF2-40B4-BE49-F238E27FC236}">
                <a16:creationId xmlns:a16="http://schemas.microsoft.com/office/drawing/2014/main" id="{FC5EF3CF-F9B5-4282-9AD8-E7345CCB04E8}"/>
              </a:ext>
            </a:extLst>
          </p:cNvPr>
          <p:cNvSpPr>
            <a:spLocks noGrp="1"/>
          </p:cNvSpPr>
          <p:nvPr>
            <p:ph idx="1"/>
          </p:nvPr>
        </p:nvSpPr>
        <p:spPr>
          <a:xfrm>
            <a:off x="677334" y="1606163"/>
            <a:ext cx="8596668" cy="4770783"/>
          </a:xfrm>
        </p:spPr>
        <p:txBody>
          <a:bodyPr>
            <a:normAutofit/>
          </a:bodyPr>
          <a:lstStyle/>
          <a:p>
            <a:pPr>
              <a:buFont typeface="Arial" panose="020B0604020202020204" pitchFamily="34" charset="0"/>
              <a:buChar char="•"/>
            </a:pPr>
            <a:r>
              <a:rPr lang="en-IN" sz="2400" dirty="0"/>
              <a:t>Missing values (-1).</a:t>
            </a:r>
          </a:p>
          <a:p>
            <a:pPr>
              <a:buFont typeface="Arial" panose="020B0604020202020204" pitchFamily="34" charset="0"/>
              <a:buChar char="•"/>
            </a:pPr>
            <a:endParaRPr lang="en-IN" sz="2400" dirty="0"/>
          </a:p>
          <a:p>
            <a:pPr>
              <a:buFont typeface="Arial" panose="020B0604020202020204" pitchFamily="34" charset="0"/>
              <a:buChar char="•"/>
            </a:pPr>
            <a:r>
              <a:rPr lang="en-IN" sz="2400" dirty="0"/>
              <a:t>Inconsistent data.</a:t>
            </a:r>
          </a:p>
          <a:p>
            <a:pPr>
              <a:buFont typeface="Arial" panose="020B0604020202020204" pitchFamily="34" charset="0"/>
              <a:buChar char="•"/>
            </a:pPr>
            <a:endParaRPr lang="en-IN" sz="2400" dirty="0"/>
          </a:p>
          <a:p>
            <a:pPr>
              <a:buFont typeface="Arial" panose="020B0604020202020204" pitchFamily="34" charset="0"/>
              <a:buChar char="•"/>
            </a:pPr>
            <a:r>
              <a:rPr lang="en-IN" sz="2400" dirty="0"/>
              <a:t>Data cleaning.</a:t>
            </a:r>
          </a:p>
          <a:p>
            <a:pPr>
              <a:buFont typeface="Arial" panose="020B0604020202020204" pitchFamily="34" charset="0"/>
              <a:buChar char="•"/>
            </a:pPr>
            <a:endParaRPr lang="en-IN" sz="2400" dirty="0"/>
          </a:p>
          <a:p>
            <a:pPr>
              <a:buFont typeface="Arial" panose="020B0604020202020204" pitchFamily="34" charset="0"/>
              <a:buChar char="•"/>
            </a:pPr>
            <a:r>
              <a:rPr lang="en-IN" sz="2400" dirty="0"/>
              <a:t>Understanding salary  ranges.</a:t>
            </a:r>
          </a:p>
        </p:txBody>
      </p:sp>
    </p:spTree>
    <p:extLst>
      <p:ext uri="{BB962C8B-B14F-4D97-AF65-F5344CB8AC3E}">
        <p14:creationId xmlns:p14="http://schemas.microsoft.com/office/powerpoint/2010/main" val="166587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67C98-2A13-4A6B-982D-CD3FF27BA8FA}"/>
              </a:ext>
            </a:extLst>
          </p:cNvPr>
          <p:cNvSpPr>
            <a:spLocks noGrp="1"/>
          </p:cNvSpPr>
          <p:nvPr>
            <p:ph type="title"/>
          </p:nvPr>
        </p:nvSpPr>
        <p:spPr>
          <a:xfrm>
            <a:off x="1105230" y="609600"/>
            <a:ext cx="8168771" cy="988612"/>
          </a:xfrm>
        </p:spPr>
        <p:txBody>
          <a:bodyPr>
            <a:normAutofit/>
          </a:bodyPr>
          <a:lstStyle/>
          <a:p>
            <a:r>
              <a:rPr lang="en-IN" sz="2800" b="1" dirty="0">
                <a:solidFill>
                  <a:schemeClr val="tx1"/>
                </a:solidFill>
              </a:rPr>
              <a:t>Conclusion</a:t>
            </a:r>
          </a:p>
        </p:txBody>
      </p:sp>
      <p:sp>
        <p:nvSpPr>
          <p:cNvPr id="3" name="Content Placeholder 2">
            <a:extLst>
              <a:ext uri="{FF2B5EF4-FFF2-40B4-BE49-F238E27FC236}">
                <a16:creationId xmlns:a16="http://schemas.microsoft.com/office/drawing/2014/main" id="{877DF017-C5FE-47DC-A444-4171231240A2}"/>
              </a:ext>
            </a:extLst>
          </p:cNvPr>
          <p:cNvSpPr>
            <a:spLocks noGrp="1"/>
          </p:cNvSpPr>
          <p:nvPr>
            <p:ph idx="1"/>
          </p:nvPr>
        </p:nvSpPr>
        <p:spPr>
          <a:xfrm>
            <a:off x="677334" y="1781091"/>
            <a:ext cx="8596668" cy="4126727"/>
          </a:xfrm>
        </p:spPr>
        <p:txBody>
          <a:bodyPr/>
          <a:lstStyle/>
          <a:p>
            <a:pPr>
              <a:buFont typeface="Arial" panose="020B0604020202020204" pitchFamily="34" charset="0"/>
              <a:buChar char="•"/>
            </a:pPr>
            <a:r>
              <a:rPr lang="en-IN" sz="2400" dirty="0" err="1"/>
              <a:t>Analyzed</a:t>
            </a:r>
            <a:r>
              <a:rPr lang="en-IN" sz="2400" dirty="0"/>
              <a:t> the job market data by using SQL and Power Bi.</a:t>
            </a:r>
          </a:p>
          <a:p>
            <a:pPr>
              <a:buFont typeface="Arial" panose="020B0604020202020204" pitchFamily="34" charset="0"/>
              <a:buChar char="•"/>
            </a:pPr>
            <a:endParaRPr lang="en-IN" sz="2400" dirty="0"/>
          </a:p>
          <a:p>
            <a:pPr>
              <a:buFont typeface="Arial" panose="020B0604020202020204" pitchFamily="34" charset="0"/>
              <a:buChar char="•"/>
            </a:pPr>
            <a:r>
              <a:rPr lang="en-IN" sz="2400" dirty="0"/>
              <a:t>Identified key trends in the job, demand, skills, salaries, industries etc.</a:t>
            </a:r>
          </a:p>
          <a:p>
            <a:pPr marL="0" indent="0">
              <a:buNone/>
            </a:pPr>
            <a:endParaRPr lang="en-IN" sz="2400" dirty="0"/>
          </a:p>
          <a:p>
            <a:pPr>
              <a:buFont typeface="Arial" panose="020B0604020202020204" pitchFamily="34" charset="0"/>
              <a:buChar char="•"/>
            </a:pPr>
            <a:r>
              <a:rPr lang="en-IN" sz="2400" dirty="0"/>
              <a:t>Built interactive dashboard to support the data driven insights and decision making</a:t>
            </a:r>
            <a:r>
              <a:rPr lang="en-IN" dirty="0"/>
              <a:t>.</a:t>
            </a:r>
          </a:p>
          <a:p>
            <a:pPr marL="0" indent="0">
              <a:buNone/>
            </a:pPr>
            <a:endParaRPr lang="en-IN" sz="2800" dirty="0">
              <a:solidFill>
                <a:schemeClr val="accent1">
                  <a:lumMod val="60000"/>
                  <a:lumOff val="40000"/>
                </a:schemeClr>
              </a:solidFill>
            </a:endParaRPr>
          </a:p>
        </p:txBody>
      </p:sp>
    </p:spTree>
    <p:extLst>
      <p:ext uri="{BB962C8B-B14F-4D97-AF65-F5344CB8AC3E}">
        <p14:creationId xmlns:p14="http://schemas.microsoft.com/office/powerpoint/2010/main" val="360066496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1343</TotalTime>
  <Words>481</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Inter</vt:lpstr>
      <vt:lpstr>Tw Cen MT</vt:lpstr>
      <vt:lpstr>Droplet</vt:lpstr>
      <vt:lpstr>Job Market Analysis</vt:lpstr>
      <vt:lpstr>Objective of the Project</vt:lpstr>
      <vt:lpstr>Tools Used and Purpose</vt:lpstr>
      <vt:lpstr>Data Cleaning Process</vt:lpstr>
      <vt:lpstr>   Analysis performed</vt:lpstr>
      <vt:lpstr>Analysis performed </vt:lpstr>
      <vt:lpstr>Dashboard</vt:lpstr>
      <vt:lpstr>Dashboard </vt:lpstr>
      <vt:lpstr>Insights</vt:lpstr>
      <vt:lpstr>Recommendations</vt:lpstr>
      <vt:lpstr>Challenges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Analysis</dc:title>
  <dc:creator>tejasurapureddy@gmail.com</dc:creator>
  <cp:lastModifiedBy>Nisarga N Raj</cp:lastModifiedBy>
  <cp:revision>21</cp:revision>
  <dcterms:created xsi:type="dcterms:W3CDTF">2026-07-21T06:27:33Z</dcterms:created>
  <dcterms:modified xsi:type="dcterms:W3CDTF">2026-07-22T10:27:44Z</dcterms:modified>
</cp:coreProperties>
</file>